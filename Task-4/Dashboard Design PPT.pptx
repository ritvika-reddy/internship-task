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6" r:id="rId5"/>
    <p:sldId id="268" r:id="rId6"/>
    <p:sldId id="269" r:id="rId7"/>
    <p:sldId id="270" r:id="rId8"/>
    <p:sldId id="271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2/17/2026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2310" y="570274"/>
            <a:ext cx="5633884" cy="2507223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Dashboard Design : </a:t>
            </a:r>
            <a:br>
              <a:rPr lang="en-US" sz="4400" dirty="0"/>
            </a:br>
            <a:br>
              <a:rPr lang="en-US" sz="4400" dirty="0"/>
            </a:br>
            <a:r>
              <a:rPr lang="en-US" sz="4400" dirty="0"/>
              <a:t>Bank Customer Analytics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8955" y="3873910"/>
            <a:ext cx="5050145" cy="18203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Thota Ritvika reddy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ACC81-FB1A-7052-5C0F-F17D9B924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640519"/>
          </a:xfrm>
        </p:spPr>
        <p:txBody>
          <a:bodyPr/>
          <a:lstStyle/>
          <a:p>
            <a:pPr algn="ctr"/>
            <a:r>
              <a:rPr lang="en-IN" sz="4800" b="1" dirty="0"/>
              <a:t>Dataset &amp; Project Information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AABB04-3891-AA0D-884E-AAD0D475D070}"/>
              </a:ext>
            </a:extLst>
          </p:cNvPr>
          <p:cNvSpPr txBox="1"/>
          <p:nvPr/>
        </p:nvSpPr>
        <p:spPr>
          <a:xfrm>
            <a:off x="501446" y="2415796"/>
            <a:ext cx="1169055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📊 Dataset Used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cap="none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Bank Customer Marketing Dataset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cap="none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This Dataset Contains Customer Information Such As Age, Job, Marital Status, Education, Account Balance, Loan Details, And Deposit Subscription.</a:t>
            </a:r>
            <a:br>
              <a:rPr lang="en-US" sz="1800" cap="none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</a:br>
            <a:r>
              <a:rPr lang="en-US" sz="1800" cap="none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It Helps Analyze Customer Behavior And Financial Patterns.</a:t>
            </a:r>
          </a:p>
          <a:p>
            <a:pPr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ea typeface="STKaiti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Objective of the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interactive dashboard for business stakeholders that provides meaningful insights and supports decision-making.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focuses 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distribution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balance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Deposit subscription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</a:t>
            </a:r>
          </a:p>
          <a:p>
            <a:pPr>
              <a:lnSpc>
                <a:spcPct val="100000"/>
              </a:lnSpc>
            </a:pPr>
            <a:endParaRPr lang="en-US" sz="1800" cap="none" dirty="0">
              <a:latin typeface="Times New Roman" panose="02020603050405020304" pitchFamily="18" charset="0"/>
              <a:ea typeface="STKaiti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763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91D75-4224-62A0-6794-1FA14B1C8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856AD-8422-5A1D-DE6E-931B266D9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640519"/>
          </a:xfrm>
        </p:spPr>
        <p:txBody>
          <a:bodyPr/>
          <a:lstStyle/>
          <a:p>
            <a:pPr algn="ctr"/>
            <a:r>
              <a:rPr lang="en-IN" sz="4800" b="1" dirty="0"/>
              <a:t>Dataset &amp; Project Information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0C860A-A2A8-DCFB-17EE-3EBED73330C9}"/>
              </a:ext>
            </a:extLst>
          </p:cNvPr>
          <p:cNvSpPr txBox="1"/>
          <p:nvPr/>
        </p:nvSpPr>
        <p:spPr>
          <a:xfrm>
            <a:off x="432618" y="2415796"/>
            <a:ext cx="1175938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🛠 Tools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Desktop (Dashboard creation)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filters (slicers)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 for summary insights</a:t>
            </a:r>
          </a:p>
          <a:p>
            <a:pPr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ea typeface="STKaiti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Dashboard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 showing total customers and financial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by job, education, and marital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and deposit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slicers for dynamic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professional dashboard design</a:t>
            </a:r>
          </a:p>
          <a:p>
            <a:pPr>
              <a:lnSpc>
                <a:spcPct val="100000"/>
              </a:lnSpc>
            </a:pPr>
            <a:endParaRPr lang="en-US" sz="1800" cap="none" dirty="0">
              <a:latin typeface="Times New Roman" panose="02020603050405020304" pitchFamily="18" charset="0"/>
              <a:ea typeface="STKaiti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109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6399AC-8593-D7BD-1CB0-4705E832E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9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85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0B8E5-6EAD-D0D7-0BE7-4C04EE98D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620855"/>
          </a:xfrm>
        </p:spPr>
        <p:txBody>
          <a:bodyPr/>
          <a:lstStyle/>
          <a:p>
            <a:pPr algn="ctr"/>
            <a:r>
              <a:rPr lang="en-IN" b="1" dirty="0"/>
              <a:t>Key Insights from Dashboard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A9D55CD-C04C-4CFC-988F-D62C6FB2B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277" y="-5447618"/>
            <a:ext cx="11267768" cy="10895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contains approximately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460K total customers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a large and diverse customer base.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bank balance is around 17M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overall financial strength of customers.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Around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11K customers have active loans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helping the bank understand loan demand and credit usage.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customers belong to job categories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management and blue-collar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form the major customer segment.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Majority of customers have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secondary and tertiary education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an educated customer base.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Deposit subscription analysis shows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customers have not subscribed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term deposits compared to those who subscribed.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balance distribution by age indicates that customers in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30–40 age group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maintain higher balances.</a:t>
            </a:r>
          </a:p>
        </p:txBody>
      </p:sp>
    </p:spTree>
    <p:extLst>
      <p:ext uri="{BB962C8B-B14F-4D97-AF65-F5344CB8AC3E}">
        <p14:creationId xmlns:p14="http://schemas.microsoft.com/office/powerpoint/2010/main" val="3773538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A4C14-8037-DBD0-230D-85E906543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729010"/>
          </a:xfrm>
        </p:spPr>
        <p:txBody>
          <a:bodyPr/>
          <a:lstStyle/>
          <a:p>
            <a:pPr algn="ctr"/>
            <a:r>
              <a:rPr lang="en-IN" b="1" dirty="0"/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29EE8BC-2256-C7B6-FE75-C507BB9BD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626" y="-6278624"/>
            <a:ext cx="11533239" cy="12557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interactive dashboard was successfully created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analyze bank customer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dashboard provides clear insights into customer distribution, financial balance, loan usage, and deposit subscription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 cards, charts, and slicers help stakeholders quickly understand customer behavior and financial patterns.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filters allow users to explore data based on job, education, and marital status.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dashboard can support the bank in making better marketing, loan, and investment decisions.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Statement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the effective use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and dashboard design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transform raw data into meaningful business insights for decision-making.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98449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{F41C0777-5D66-4C2C-813F-3A4CCB5F4DCF}TF235124e3-e6db-4c6d-93c8-733f2fadbc609fb6f57c_win32-b1e91d96f19e</Template>
  <TotalTime>40</TotalTime>
  <Words>391</Words>
  <Application>Microsoft Office PowerPoint</Application>
  <PresentationFormat>Widescreen</PresentationFormat>
  <Paragraphs>106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Georgia Pro Cond Light</vt:lpstr>
      <vt:lpstr>Speak Pro</vt:lpstr>
      <vt:lpstr>Times New Roman</vt:lpstr>
      <vt:lpstr>Wingdings</vt:lpstr>
      <vt:lpstr>RetrospectVTI</vt:lpstr>
      <vt:lpstr>Dashboard Design :   Bank Customer Analytics Dashboard</vt:lpstr>
      <vt:lpstr>Dataset &amp; Project Information</vt:lpstr>
      <vt:lpstr>Dataset &amp; Project Information</vt:lpstr>
      <vt:lpstr>PowerPoint Presentation</vt:lpstr>
      <vt:lpstr>Key Insights from Dashboard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Ritvika Reddy</dc:creator>
  <cp:lastModifiedBy>Ritvika Reddy</cp:lastModifiedBy>
  <cp:revision>1</cp:revision>
  <dcterms:created xsi:type="dcterms:W3CDTF">2026-02-17T13:57:40Z</dcterms:created>
  <dcterms:modified xsi:type="dcterms:W3CDTF">2026-02-17T14:37:40Z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